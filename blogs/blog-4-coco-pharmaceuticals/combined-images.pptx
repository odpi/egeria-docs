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809D7-641A-35C0-CB62-D118EC699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B09F9-C6DE-A338-1506-417EA6B41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A559-1452-BE54-7322-19B9D332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2504C-4A6B-1573-BAF8-DA0C8A2CF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AE41A-BD50-777A-326D-FBFE1A4B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69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37458-9729-765F-1186-25CF22946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6B0A3-66C6-3B04-52C4-EDE5DC38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66409-3EFF-CF08-3BB5-AF4216241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32F97-1012-CB3E-F0FD-D10838F77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44203-B273-610B-0C48-CE2EA3538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3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4009-F76F-9C5B-8F5D-27432CD66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81363-5F6F-744D-A6E2-DB64CC08F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DB5D0-CD03-C21B-2A13-2E8E32F31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D3EFE-4F58-D81D-D0A8-9D2FC461C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188A3-9CC3-EE2B-F642-48F65888A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5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DA2C-69FD-0F86-2660-96CCCB3A3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D9E5F-863E-A0CF-2A08-92454192C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D9392-BB79-B8BA-0517-4DE4DD7B1A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CF625-C907-71E6-B974-21F554D87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0152B-2D7C-FA03-39B1-4A0B7D30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EF51-7C2D-B18D-80DF-C6728647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2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4A85A-FE80-83F4-BD24-91FE787B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6C78C-34E9-A231-0255-C0FE7C5B4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CFAC98-41D9-6166-BCE9-398D0CE9E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897C4-91D4-E01B-7E8C-C533279AE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015A30-79D9-5EAA-CE27-7BBA3DA1D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79A5BB-D32A-F40F-C844-0F7A0B0C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227C2D-F331-2896-D628-3A451B35F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70EBAC-D4C4-7BD1-ED3D-2E556E80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64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A108D-FE61-DFBE-34D8-C3C3EA81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9BA3B1-4413-C186-2D9A-DB1445CF9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860127-2C34-83D9-16BC-4E19CB20D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D56D1-67C5-2894-FA43-A3ECB3F3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13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FE17A0-4DA0-3C8C-749A-183049E6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89CE2-5E0E-FE61-449C-1B658C99B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1E850-8CFF-1A35-3288-EA777142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30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114D6-FB23-B08A-0787-BEA239544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42E19-6E6F-3FDE-812F-419D8735C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BC41B-3C3E-1074-B55A-EA3F70A9D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AF8EB-9637-3805-D149-CEBA1496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EDDAE-1F10-87E6-4DC5-CB2D9FD2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5986D-73B9-C11C-9316-74D24CC4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5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5FA59-5EAA-ECB9-D426-7F82810F9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33E24-788B-4C3D-A9CC-46FD5F23A4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DBFCE-FDE6-28F2-DBFE-8D96958AB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6D9D5-02DF-1073-563E-4E9DBDB8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800A7-5BCA-D876-653E-E52F66EB4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60CE5-C426-5C32-3889-B6C049D1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7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94101-B3BE-62B6-7E37-D1CE81084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1E04F-4B87-3DD2-50C0-FB8BC8611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12FAA-20FB-A421-D539-D9753CA1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EBD81-F563-4504-8087-669E19222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7443C-B096-D8F4-479F-0946AD50F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29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31531A-3EE0-8903-CD00-D2260A538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4E0B1-E34C-0B74-B7E8-A58DF745E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857D3-07B2-3F96-3AD3-350865F84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7E658-05AB-EB62-FFB7-03894400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CB97B-3F3A-CD46-7B6D-83E16319F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19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EF36F-92E3-E4D9-1521-452BF8F23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1481B-27AC-2D64-CF77-7750B27B4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D3A7-EBB0-6F0B-04C8-5F880509B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52FB7-C8D8-6641-993E-7DBFCAE8DF62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A4C3B-84EA-E856-0EC9-B24845971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1976F-A7F8-AA2F-AE4A-337E7A388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21748C-F54D-2B4B-8919-5DD3D60A95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06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7858A3-405A-0143-E17E-E510B191C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670" y="3130475"/>
            <a:ext cx="5156932" cy="32487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FA31C4-DCC0-24E4-A726-5638744F9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306" y="700485"/>
            <a:ext cx="3924301" cy="2743200"/>
          </a:xfrm>
          <a:prstGeom prst="rect">
            <a:avLst/>
          </a:prstGeom>
        </p:spPr>
      </p:pic>
      <p:sp>
        <p:nvSpPr>
          <p:cNvPr id="8" name="Bent Arrow 7">
            <a:extLst>
              <a:ext uri="{FF2B5EF4-FFF2-40B4-BE49-F238E27FC236}">
                <a16:creationId xmlns:a16="http://schemas.microsoft.com/office/drawing/2014/main" id="{C70CAB9F-AA2B-4569-C4F9-AB5896DF2DC5}"/>
              </a:ext>
            </a:extLst>
          </p:cNvPr>
          <p:cNvSpPr/>
          <p:nvPr/>
        </p:nvSpPr>
        <p:spPr>
          <a:xfrm flipV="1">
            <a:off x="837022" y="3542924"/>
            <a:ext cx="939114" cy="81819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862C61-2350-47D7-28B9-8A509BD43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923" y="2893689"/>
            <a:ext cx="4050552" cy="3722279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EFCDBC6D-00E4-B278-C11A-72A4D357090F}"/>
              </a:ext>
            </a:extLst>
          </p:cNvPr>
          <p:cNvSpPr/>
          <p:nvPr/>
        </p:nvSpPr>
        <p:spPr>
          <a:xfrm>
            <a:off x="6050262" y="3924018"/>
            <a:ext cx="508670" cy="4625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ABCEA13D-6AFE-94C7-849A-4D1E713C4652}"/>
              </a:ext>
            </a:extLst>
          </p:cNvPr>
          <p:cNvSpPr/>
          <p:nvPr/>
        </p:nvSpPr>
        <p:spPr>
          <a:xfrm>
            <a:off x="355002" y="107577"/>
            <a:ext cx="1183341" cy="753035"/>
          </a:xfrm>
          <a:prstGeom prst="wedgeRoundRectCallout">
            <a:avLst>
              <a:gd name="adj1" fmla="val -5378"/>
              <a:gd name="adj2" fmla="val 7964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Design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572C86ED-420B-F695-C728-A7679A747D3F}"/>
              </a:ext>
            </a:extLst>
          </p:cNvPr>
          <p:cNvSpPr/>
          <p:nvPr/>
        </p:nvSpPr>
        <p:spPr>
          <a:xfrm>
            <a:off x="5070186" y="1936258"/>
            <a:ext cx="1183341" cy="753035"/>
          </a:xfrm>
          <a:prstGeom prst="wedgeRoundRectCallout">
            <a:avLst>
              <a:gd name="adj1" fmla="val -5378"/>
              <a:gd name="adj2" fmla="val 7964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Capture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AAED89A5-2721-EC30-F5AD-E20847D1664F}"/>
              </a:ext>
            </a:extLst>
          </p:cNvPr>
          <p:cNvSpPr/>
          <p:nvPr/>
        </p:nvSpPr>
        <p:spPr>
          <a:xfrm>
            <a:off x="8738795" y="2173044"/>
            <a:ext cx="1183341" cy="753035"/>
          </a:xfrm>
          <a:prstGeom prst="wedgeRoundRectCallout">
            <a:avLst>
              <a:gd name="adj1" fmla="val -5378"/>
              <a:gd name="adj2" fmla="val 7964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1640908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3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Mandy Chessell Chessell</dc:creator>
  <cp:lastModifiedBy>Mandy Chessell Chessell</cp:lastModifiedBy>
  <cp:revision>1</cp:revision>
  <dcterms:created xsi:type="dcterms:W3CDTF">2026-08-12T17:56:39Z</dcterms:created>
  <dcterms:modified xsi:type="dcterms:W3CDTF">2026-08-13T05:01:48Z</dcterms:modified>
</cp:coreProperties>
</file>